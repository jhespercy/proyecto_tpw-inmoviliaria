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Estilo claro 2 - Acento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DF766E-CD89-3CF5-465F-D57C609B3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3E07A5C-CDD9-6A4D-63F5-7ED7555EF6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52801A-FFB8-3B4E-7260-77D8B3465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21/05/2026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932079A-BD87-1DB5-E05A-8092EA53A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AD1082-E65D-0318-E0CF-A833280D6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35007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B29317-3366-717F-BA0C-76421B201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936606D-DB44-75EF-4F9A-B84DC12EF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C6D9F8F-E76A-8F1E-C460-D0475E1A6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21/05/2026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45CA404-C2D9-EA19-0AD0-B1ACBF8D1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295459-A203-7717-76B2-C57891C60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90637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4243D7-F413-76FC-AD6D-CCE6B7D9C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BB818FE-AA97-83C2-2A1A-47067912F4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F0B472D-D9F5-06F0-E097-A67659DA4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21/05/2026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D4F8B55-C1BA-399A-8BB8-A0BFF6102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FB66D55-0D60-37EC-C6C9-0FE741548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04098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0620B3-F0AB-F1FA-BE44-E338ACFE5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0B3DEE-6A25-A2F6-EB39-7BF1BBC64C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0136D11-88DA-5195-AC39-F8680ADC1C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A93584B-96AC-8204-4EEE-47E2AD641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21/05/2026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5486D50-BDEE-08CA-D597-444BA8294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E4C9A05-F103-1E77-A809-B94C8731E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05053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DC3DAA-F5F9-4ABD-CA63-AFFD728E6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13F1C9D-3F7C-812B-3527-7746A19DB0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A56DF36-5287-5B08-86DD-3D44A2B4BA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6B44436-689A-9A6B-7922-66BDAA2CA9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EEF7115-963B-B564-671F-72E69679B8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DED49AB-08FD-782A-51F6-523DE67CD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21/05/2026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761B916-6CAA-C969-925F-829DD62A2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464DF3C-44A1-6656-C359-5F1EF231F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36573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F76B52-CF41-4B0D-B7A1-7D1A33552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E1CF749-7A96-0690-80F5-83E11BC56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21/05/2026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4A5C612-6FF6-27CC-DFFA-A65F6DD11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48BBBA5-A014-36A8-AC67-7CC863701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02653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AE7F100-CEC6-F4DD-6A0A-9C817B34C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21/05/2026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C8A7E4E-A7E8-1245-9A0F-76D1410C3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9988B6A-BEBC-E036-E4BE-5883031E4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06378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3C4C15-E095-FFE6-A05C-230476230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32EF6C0-3A97-DE35-811D-B82A4CA35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8EDF345-CEB0-D51B-33BA-DA2511B84C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CD2DA6B-D46D-351F-27B7-B3AC81CCD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21/05/2026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E4CC241-3BB0-2C7B-6454-B390354CA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DF66ED0-E8BE-555C-0408-49940B2F4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01241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B92879-E414-ECB5-8CD4-C7C06701C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3ECFA52-9FA3-06B1-82AA-CBAC18FC01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7241E92-CFAF-6307-020D-AEC209E30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3B00FD2-B285-3451-2A85-42A7087F9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21/05/2026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A11C44A-21FB-56CB-203D-AD7733EAF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D32DE41-195D-24EA-238D-BA527FB45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37153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A1C3F0-EEEA-6DD1-C810-A19A6AEA9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B7EE6CD-5C3C-D910-D134-8D20DA103A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AB84918-EC95-D593-E10A-74D25AB72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21/05/2026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912FBE-A0E0-E6EE-1906-62E3BD1DC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305071-55B7-E5E8-C6B9-4F7067F1F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0549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EFD8FED-D1AF-7914-6F58-3C1D496CBD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783FAEA-BE00-FC92-9116-64237E4E59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E8EC221-0508-5153-8B6C-EF1A64BE2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21/05/2026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BD735E8-78C5-FF7D-677F-739F9D0F1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0976F4-B7F3-184D-CE2D-920A22FBE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31230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15E97CF-0FE9-4961-5F55-FC2571A4E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F81535B-F805-A748-673E-8F9E3E96E7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DC91CE4-472C-EEF9-1046-4EE127D5AB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795141-521D-4C20-98E1-37B4FE814EAD}" type="datetimeFigureOut">
              <a:rPr lang="es-PE" smtClean="0"/>
              <a:t>21/05/2026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5692AE-4F08-E6C3-5851-1CBEC30AEA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38EDA9A-42AD-7903-CDCA-A1D8075E42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82995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9C5FAAD9-24B9-4589-7E07-599CD86E9A5C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460802216"/>
              </p:ext>
            </p:extLst>
          </p:nvPr>
        </p:nvGraphicFramePr>
        <p:xfrm>
          <a:off x="498835" y="2118339"/>
          <a:ext cx="11232490" cy="34263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5533">
                  <a:extLst>
                    <a:ext uri="{9D8B030D-6E8A-4147-A177-3AD203B41FA5}">
                      <a16:colId xmlns:a16="http://schemas.microsoft.com/office/drawing/2014/main" val="3529894340"/>
                    </a:ext>
                  </a:extLst>
                </a:gridCol>
                <a:gridCol w="1362456">
                  <a:extLst>
                    <a:ext uri="{9D8B030D-6E8A-4147-A177-3AD203B41FA5}">
                      <a16:colId xmlns:a16="http://schemas.microsoft.com/office/drawing/2014/main" val="1499861417"/>
                    </a:ext>
                  </a:extLst>
                </a:gridCol>
                <a:gridCol w="2359152">
                  <a:extLst>
                    <a:ext uri="{9D8B030D-6E8A-4147-A177-3AD203B41FA5}">
                      <a16:colId xmlns:a16="http://schemas.microsoft.com/office/drawing/2014/main" val="4187647733"/>
                    </a:ext>
                  </a:extLst>
                </a:gridCol>
                <a:gridCol w="5065349">
                  <a:extLst>
                    <a:ext uri="{9D8B030D-6E8A-4147-A177-3AD203B41FA5}">
                      <a16:colId xmlns:a16="http://schemas.microsoft.com/office/drawing/2014/main" val="249921584"/>
                    </a:ext>
                  </a:extLst>
                </a:gridCol>
              </a:tblGrid>
              <a:tr h="404540">
                <a:tc gridSpan="4">
                  <a:txBody>
                    <a:bodyPr/>
                    <a:lstStyle/>
                    <a:p>
                      <a:pPr lvl="1" algn="ctr"/>
                      <a:r>
                        <a:rPr lang="es-PE" sz="1600" dirty="0"/>
                        <a:t>INTEGRANTES Y PARTICIPACIÓN EN EL PROYECTO</a:t>
                      </a:r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PE" sz="1600" dirty="0"/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PE" sz="1600" dirty="0"/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423444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lvl="0" algn="l"/>
                      <a:r>
                        <a:rPr lang="es-PE" sz="1600" dirty="0">
                          <a:solidFill>
                            <a:schemeClr val="bg1"/>
                          </a:solidFill>
                        </a:rPr>
                        <a:t>INTEGRANTES</a:t>
                      </a:r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bg1"/>
                          </a:solidFill>
                        </a:rPr>
                        <a:t>Coordinador</a:t>
                      </a:r>
                      <a:endParaRPr lang="es-PE" sz="1600" dirty="0">
                        <a:solidFill>
                          <a:schemeClr val="bg1"/>
                        </a:solidFill>
                      </a:endParaRPr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>
                          <a:solidFill>
                            <a:schemeClr val="bg1"/>
                          </a:solidFill>
                        </a:rPr>
                        <a:t>% Cumplimiento según lo ofrecido (0%, 25%, 50%, 75%, 100%)</a:t>
                      </a:r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>
                          <a:solidFill>
                            <a:schemeClr val="bg1"/>
                          </a:solidFill>
                        </a:rPr>
                        <a:t>OBSERVACIÓN</a:t>
                      </a:r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8531505"/>
                  </a:ext>
                </a:extLst>
              </a:tr>
              <a:tr h="379768">
                <a:tc>
                  <a:txBody>
                    <a:bodyPr/>
                    <a:lstStyle/>
                    <a:p>
                      <a:pPr lvl="0"/>
                      <a:r>
                        <a:rPr lang="es-PE" sz="1600" dirty="0"/>
                        <a:t>Caballero </a:t>
                      </a:r>
                      <a:r>
                        <a:rPr lang="es-PE" sz="1600" dirty="0" err="1"/>
                        <a:t>Yali</a:t>
                      </a:r>
                      <a:r>
                        <a:rPr lang="es-PE" sz="1600" dirty="0"/>
                        <a:t> </a:t>
                      </a:r>
                      <a:r>
                        <a:rPr lang="es-PE" sz="1600" dirty="0" err="1"/>
                        <a:t>Jhesper</a:t>
                      </a:r>
                      <a:r>
                        <a:rPr lang="es-PE" sz="1600" dirty="0"/>
                        <a:t> Julio César</a:t>
                      </a: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endParaRPr lang="es-PE" sz="1600" dirty="0"/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/>
                        <a:t>100%</a:t>
                      </a: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600" dirty="0"/>
                        <a:t>Cumplió con todas sus actividades.</a:t>
                      </a:r>
                      <a:endParaRPr lang="es-PE" sz="1600" dirty="0"/>
                    </a:p>
                  </a:txBody>
                  <a:tcPr marL="76901" marR="76901" marT="38451" marB="38451" anchor="ctr"/>
                </a:tc>
                <a:extLst>
                  <a:ext uri="{0D108BD9-81ED-4DB2-BD59-A6C34878D82A}">
                    <a16:rowId xmlns:a16="http://schemas.microsoft.com/office/drawing/2014/main" val="2652640281"/>
                  </a:ext>
                </a:extLst>
              </a:tr>
              <a:tr h="3797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600" dirty="0"/>
                        <a:t>Mascaró Solari Rodrigo Nicolás</a:t>
                      </a: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/>
                        <a:t>Si</a:t>
                      </a: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>
                          <a:solidFill>
                            <a:schemeClr val="tx1"/>
                          </a:solidFill>
                        </a:rPr>
                        <a:t>100%</a:t>
                      </a: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/>
                        <a:t>Cumplió con todas sus actividades.</a:t>
                      </a:r>
                      <a:endParaRPr lang="es-PE" sz="1600" dirty="0"/>
                    </a:p>
                  </a:txBody>
                  <a:tcPr marL="76901" marR="76901" marT="38451" marB="38451" anchor="ctr"/>
                </a:tc>
                <a:extLst>
                  <a:ext uri="{0D108BD9-81ED-4DB2-BD59-A6C34878D82A}">
                    <a16:rowId xmlns:a16="http://schemas.microsoft.com/office/drawing/2014/main" val="2106793615"/>
                  </a:ext>
                </a:extLst>
              </a:tr>
              <a:tr h="704449">
                <a:tc>
                  <a:txBody>
                    <a:bodyPr/>
                    <a:lstStyle/>
                    <a:p>
                      <a:pPr lvl="0"/>
                      <a:r>
                        <a:rPr lang="es-PE" sz="1600" dirty="0"/>
                        <a:t>Osorio Tapia Dante </a:t>
                      </a:r>
                      <a:r>
                        <a:rPr lang="es-PE" sz="1600" dirty="0" err="1"/>
                        <a:t>Matias</a:t>
                      </a:r>
                      <a:endParaRPr lang="es-PE" sz="1600" dirty="0"/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endParaRPr lang="es-PE" sz="1600" dirty="0"/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/>
                        <a:t>100%</a:t>
                      </a: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/>
                        <a:t>Cumplió con todas sus actividades.</a:t>
                      </a:r>
                      <a:endParaRPr lang="es-PE" sz="1600" dirty="0"/>
                    </a:p>
                  </a:txBody>
                  <a:tcPr marL="76901" marR="76901" marT="38451" marB="38451" anchor="ctr"/>
                </a:tc>
                <a:extLst>
                  <a:ext uri="{0D108BD9-81ED-4DB2-BD59-A6C34878D82A}">
                    <a16:rowId xmlns:a16="http://schemas.microsoft.com/office/drawing/2014/main" val="186962412"/>
                  </a:ext>
                </a:extLst>
              </a:tr>
              <a:tr h="379768">
                <a:tc>
                  <a:txBody>
                    <a:bodyPr/>
                    <a:lstStyle/>
                    <a:p>
                      <a:pPr lvl="0"/>
                      <a:r>
                        <a:rPr lang="es-PE" sz="1600" dirty="0" err="1"/>
                        <a:t>Vilchez</a:t>
                      </a:r>
                      <a:r>
                        <a:rPr lang="es-PE" sz="1600" dirty="0"/>
                        <a:t> Alvarado Frederick</a:t>
                      </a: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endParaRPr lang="es-PE" sz="1600" dirty="0"/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/>
                        <a:t>100%</a:t>
                      </a: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/>
                        <a:t>Cumplió con todas sus actividades.</a:t>
                      </a:r>
                      <a:endParaRPr lang="es-PE" sz="1600" dirty="0"/>
                    </a:p>
                  </a:txBody>
                  <a:tcPr marL="76901" marR="76901" marT="38451" marB="38451" anchor="ctr"/>
                </a:tc>
                <a:extLst>
                  <a:ext uri="{0D108BD9-81ED-4DB2-BD59-A6C34878D82A}">
                    <a16:rowId xmlns:a16="http://schemas.microsoft.com/office/drawing/2014/main" val="75158255"/>
                  </a:ext>
                </a:extLst>
              </a:tr>
            </a:tbl>
          </a:graphicData>
        </a:graphic>
      </p:graphicFrame>
      <p:graphicFrame>
        <p:nvGraphicFramePr>
          <p:cNvPr id="3" name="Tabla 4">
            <a:extLst>
              <a:ext uri="{FF2B5EF4-FFF2-40B4-BE49-F238E27FC236}">
                <a16:creationId xmlns:a16="http://schemas.microsoft.com/office/drawing/2014/main" id="{0B85FC3D-90D6-44F3-838D-7966DDE356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9053781"/>
              </p:ext>
            </p:extLst>
          </p:nvPr>
        </p:nvGraphicFramePr>
        <p:xfrm>
          <a:off x="498835" y="134997"/>
          <a:ext cx="11232490" cy="190788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678371">
                  <a:extLst>
                    <a:ext uri="{9D8B030D-6E8A-4147-A177-3AD203B41FA5}">
                      <a16:colId xmlns:a16="http://schemas.microsoft.com/office/drawing/2014/main" val="433686987"/>
                    </a:ext>
                  </a:extLst>
                </a:gridCol>
                <a:gridCol w="7554119">
                  <a:extLst>
                    <a:ext uri="{9D8B030D-6E8A-4147-A177-3AD203B41FA5}">
                      <a16:colId xmlns:a16="http://schemas.microsoft.com/office/drawing/2014/main" val="1085442628"/>
                    </a:ext>
                  </a:extLst>
                </a:gridCol>
              </a:tblGrid>
              <a:tr h="296237">
                <a:tc gridSpan="2"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rgbClr val="C00000"/>
                          </a:solidFill>
                        </a:rPr>
                        <a:t>DATOS DEL PROYECTO (LO COMPLETAN TODOS, ASÍ SE HAGA EL TRABAJO EN FORMA INDIVIDUAL).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5286737"/>
                  </a:ext>
                </a:extLst>
              </a:tr>
              <a:tr h="296237">
                <a:tc>
                  <a:txBody>
                    <a:bodyPr/>
                    <a:lstStyle/>
                    <a:p>
                      <a:r>
                        <a:rPr lang="es-ES" dirty="0"/>
                        <a:t>Número de clases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25664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3055978"/>
                  </a:ext>
                </a:extLst>
              </a:tr>
              <a:tr h="296237">
                <a:tc>
                  <a:txBody>
                    <a:bodyPr/>
                    <a:lstStyle/>
                    <a:p>
                      <a:r>
                        <a:rPr lang="es-ES" dirty="0"/>
                        <a:t>Tema propuesto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Inmobiliaria “</a:t>
                      </a:r>
                      <a:r>
                        <a:rPr lang="es-ES" dirty="0" err="1"/>
                        <a:t>GoettherHaus</a:t>
                      </a:r>
                      <a:r>
                        <a:rPr lang="es-ES" dirty="0"/>
                        <a:t>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9721087"/>
                  </a:ext>
                </a:extLst>
              </a:tr>
              <a:tr h="296237">
                <a:tc>
                  <a:txBody>
                    <a:bodyPr/>
                    <a:lstStyle/>
                    <a:p>
                      <a:r>
                        <a:rPr lang="es-ES" dirty="0"/>
                        <a:t>URL de plantilla elegida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s-ES" dirty="0"/>
                        <a:t>https://sl1nk.com/fjdsbg4</a:t>
                      </a:r>
                    </a:p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4873570"/>
                  </a:ext>
                </a:extLst>
              </a:tr>
              <a:tr h="444849"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752937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07F0F2C9-69A5-4950-BA3E-5E97D6DE31B8}"/>
              </a:ext>
            </a:extLst>
          </p:cNvPr>
          <p:cNvSpPr txBox="1"/>
          <p:nvPr/>
        </p:nvSpPr>
        <p:spPr>
          <a:xfrm>
            <a:off x="374904" y="6177390"/>
            <a:ext cx="113564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rgbClr val="C00000"/>
                </a:solidFill>
              </a:rPr>
              <a:t>DATOS DE EJEMPLO – REEMPLAZARLOS CON LA INFORMACIÓN DEL GRUPO Y SUS INTEGRANTES</a:t>
            </a:r>
          </a:p>
        </p:txBody>
      </p:sp>
    </p:spTree>
    <p:extLst>
      <p:ext uri="{BB962C8B-B14F-4D97-AF65-F5344CB8AC3E}">
        <p14:creationId xmlns:p14="http://schemas.microsoft.com/office/powerpoint/2010/main" val="4206088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D1337E5-2757-110E-B6EC-B37F02374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s-ES" sz="3300" b="1" dirty="0">
                <a:solidFill>
                  <a:schemeClr val="tx2"/>
                </a:solidFill>
              </a:rPr>
              <a:t>INFORME DE INCIDENCIAS (Opcional): </a:t>
            </a:r>
            <a:br>
              <a:rPr lang="es-ES" sz="3300" dirty="0">
                <a:solidFill>
                  <a:schemeClr val="tx2"/>
                </a:solidFill>
              </a:rPr>
            </a:br>
            <a:r>
              <a:rPr lang="es-ES" sz="3300" dirty="0">
                <a:solidFill>
                  <a:schemeClr val="tx2"/>
                </a:solidFill>
              </a:rPr>
              <a:t>En la siguiente caja de texto informe sobre cualquier incidencia ocurrida en el desarrollo de la actividad ATF.</a:t>
            </a:r>
            <a:endParaRPr lang="es-PE" sz="3300" dirty="0">
              <a:solidFill>
                <a:schemeClr val="tx2"/>
              </a:solidFill>
            </a:endParaRP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0A289F2F-9E68-1178-FE98-5CE638EBC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endParaRPr lang="es-PE" sz="1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78388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151</Words>
  <Application>Microsoft Office PowerPoint</Application>
  <PresentationFormat>Panorámica</PresentationFormat>
  <Paragraphs>27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de Office</vt:lpstr>
      <vt:lpstr>Presentación de PowerPoint</vt:lpstr>
      <vt:lpstr>INFORME DE INCIDENCIAS (Opcional):  En la siguiente caja de texto informe sobre cualquier incidencia ocurrida en el desarrollo de la actividad ATF.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Número de grupo: 1</dc:title>
  <dc:creator>ERNESTO RODAS LEON</dc:creator>
  <cp:lastModifiedBy>ALUMNO - DANTE MATIAS OSORIO TAPIA</cp:lastModifiedBy>
  <cp:revision>19</cp:revision>
  <dcterms:created xsi:type="dcterms:W3CDTF">2022-09-09T21:19:54Z</dcterms:created>
  <dcterms:modified xsi:type="dcterms:W3CDTF">2026-05-22T00:09:10Z</dcterms:modified>
</cp:coreProperties>
</file>